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637b69a8d0480b" /><Relationship Type="http://schemas.openxmlformats.org/officeDocument/2006/relationships/extended-properties" Target="/docProps/app.xml" Id="R13bdd4395511419a" /><Relationship Type="http://schemas.openxmlformats.org/officeDocument/2006/relationships/officeDocument" Target="/ppt/presentation.xml" Id="Rd7ab3cc26b8e48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22743802e467e"/>
  </p:sldMasterIdLst>
  <p:notesMasterIdLst>
    <p:notesMasterId xmlns:r="http://schemas.openxmlformats.org/officeDocument/2006/relationships" r:id="R070820ae84eb4db2"/>
  </p:notesMasterIdLst>
  <p:sldIdLst>
    <p:sldId xmlns:r="http://schemas.openxmlformats.org/officeDocument/2006/relationships" id="256" r:id="R4a4082cdd14445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996da9d1904d0d" /><Relationship Type="http://schemas.openxmlformats.org/officeDocument/2006/relationships/slideMaster" Target="/ppt/slideMasters/slideMaster1.xml" Id="Re3022743802e467e" /><Relationship Type="http://schemas.openxmlformats.org/officeDocument/2006/relationships/notesMaster" Target="/ppt/notesMasters/notesMaster1.xml" Id="R070820ae84eb4db2" /><Relationship Type="http://schemas.openxmlformats.org/officeDocument/2006/relationships/presProps" Target="/ppt/presProps.xml" Id="R22da0b6dbe0a4950" /><Relationship Type="http://schemas.openxmlformats.org/officeDocument/2006/relationships/tableStyles" Target="/ppt/tableStyles.xml" Id="R22944635955d46fd" /><Relationship Type="http://schemas.openxmlformats.org/officeDocument/2006/relationships/slide" Target="/ppt/slides/slide1.xml" Id="R4a4082cdd14445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a01e1a802f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1edc1491654447" /><Relationship Type="http://schemas.openxmlformats.org/officeDocument/2006/relationships/notesMaster" Target="/ppt/notesMasters/notesMaster1.xml" Id="R85692645a2b749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spoken pitch: Hauntbox is a haunted post office for stories people want to share with a curator without publishing them. The planned live workflow encrypts a story in the browser, records a fingerprint of its sealed envelope on Ootle, and lets the curator choose a native stealth testnet reward. This gives creative contests and community feedback a private submission process with independently verifiable arrival. It fits Spooky Secrets because the haunted-letter experience makes privacy understandable and connects the theme to original Ootle receipt logic and Tari native privacy capabilities.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status as of October 2, 2026: M1 frontend mock is complete. The mock does not encrypt, upload, authenticate the curator, anchor real receipts or transfer funds. M2 wallet/network preflight and receipt WASM compilation exist. Live privacy and payment proofs remain pending testnet verification and funding.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Privacy boundaries: the curator can decrypt on arrival. The operator wallet service sees a selected recipient and amount. Fees, public output keys, signatures, timing and transaction structure remain visible or inferable. A receipt proves inclusion of encrypted bytes, not authorship or payment. Rewards are discretionary and use operator-custodied testnet funds.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PROJECT_PLAN.md, README.md, PRIVACY.md and docs/evidence/m2/capabilities.md in this repository. The artwork comes from docs/evidence/m1/01-entrance-1440.png. Official theme source: https://community.tari.com/t/october-build-contest-thread-spooky-secrets/396 (October 1, 2026). The contest asks for spooky secret submissions and demonstrations of Tari privacy capabilities. The fit described on this slide is a product assessment, not an official judging rubric or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cefdfd11b43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a768cd42914120" /><Relationship Type="http://schemas.openxmlformats.org/officeDocument/2006/relationships/slideLayout" Target="/ppt/slideLayouts/slideLayout1.xml" Id="R92d6107c67fa4c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6107c67fa4c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ecc39f40e4b35" /><Relationship Type="http://schemas.openxmlformats.org/officeDocument/2006/relationships/image" Target="/ppt/media/image.png" Id="Rc4b9b1617d5c4e84" /><Relationship Type="http://schemas.openxmlformats.org/officeDocument/2006/relationships/notesSlide" Target="/ppt/notesSlides/notesSlide1.xml" Id="R8edf2414956e4e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pp name">
            <a:extLst xmlns:a="http://schemas.openxmlformats.org/drawingml/2006/main">
              <a:ext uri="{FF2B5EF4-FFF2-40B4-BE49-F238E27FC236}">
                <a16:creationId xmlns:a16="http://schemas.microsoft.com/office/drawing/2014/main" id="{3660F090-5685-4B0A-AED1-B32E1967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695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DBF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>
                <a:solidFill>
                  <a:srgbClr val="EDBF78"/>
                </a:solidFill>
                <a:latin typeface="Liberation Sans"/>
                <a:ea typeface="Liberation Sans"/>
                <a:cs typeface="Liberation Sans"/>
              </a:rPr>
              <a:t>Hauntbox</a:t>
            </a:r>
          </a:p>
        </p:txBody>
      </p:sp>
      <p:sp>
        <p:nvSpPr>
          <p:cNvPr id="2" name="What the app is">
            <a:extLst xmlns:a="http://schemas.openxmlformats.org/drawingml/2006/main">
              <a:ext uri="{FF2B5EF4-FFF2-40B4-BE49-F238E27FC236}">
                <a16:creationId xmlns:a16="http://schemas.microsoft.com/office/drawing/2014/main" id="{6D8477F6-724B-4ABC-9908-B553AFBC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00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A haunted post office for private stories</a:t>
            </a:r>
          </a:p>
          <a:p xmlns:a="http://schemas.openxmlformats.org/drawingml/2006/main">
            <a:pPr>
              <a:defRPr sz="2400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and optional curator rewards.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9b1617d5c4e84"/>
          <a:stretch xmlns:a="http://schemas.openxmlformats.org/drawingml/2006/main"/>
        </p:blipFill>
        <p:spPr>
          <a:xfrm xmlns:a="http://schemas.openxmlformats.org/drawingml/2006/main">
            <a:off x="8040038" y="228600"/>
            <a:ext cx="3665250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Workflow heading">
            <a:extLst xmlns:a="http://schemas.openxmlformats.org/drawingml/2006/main">
              <a:ext uri="{FF2B5EF4-FFF2-40B4-BE49-F238E27FC236}">
                <a16:creationId xmlns:a16="http://schemas.microsoft.com/office/drawing/2014/main" id="{F267B410-D5DD-4C25-8F99-1471AE66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BF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EDBF78"/>
                </a:solidFill>
                <a:latin typeface="Liberation Sans"/>
                <a:ea typeface="Liberation Sans"/>
                <a:cs typeface="Liberation Sans"/>
              </a:rPr>
              <a:t>What it is designed to do</a:t>
            </a:r>
          </a:p>
        </p:txBody>
      </p:sp>
      <p:sp>
        <p:nvSpPr>
          <p:cNvPr id="5" name="Submit heading">
            <a:extLst xmlns:a="http://schemas.openxmlformats.org/drawingml/2006/main">
              <a:ext uri="{FF2B5EF4-FFF2-40B4-BE49-F238E27FC236}">
                <a16:creationId xmlns:a16="http://schemas.microsoft.com/office/drawing/2014/main" id="{81D3D594-09DE-4704-A7B0-4A3FE48E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1  Seal a story</a:t>
            </a:r>
          </a:p>
        </p:txBody>
      </p:sp>
      <p:sp>
        <p:nvSpPr>
          <p:cNvPr id="6" name="Submit explanation">
            <a:extLst xmlns:a="http://schemas.openxmlformats.org/drawingml/2006/main">
              <a:ext uri="{FF2B5EF4-FFF2-40B4-BE49-F238E27FC236}">
                <a16:creationId xmlns:a16="http://schemas.microsoft.com/office/drawing/2014/main" id="{60B0FC2D-0CFA-4AC4-99F3-59309844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ADB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7ADBD"/>
                </a:solidFill>
                <a:latin typeface="Liberation Sans"/>
                <a:ea typeface="Liberation Sans"/>
                <a:cs typeface="Liberation Sans"/>
              </a:rPr>
              <a:t>Encrypt a submission in the browser for the curator.</a:t>
            </a:r>
          </a:p>
        </p:txBody>
      </p:sp>
      <p:sp>
        <p:nvSpPr>
          <p:cNvPr id="7" name="Receipt heading">
            <a:extLst xmlns:a="http://schemas.openxmlformats.org/drawingml/2006/main">
              <a:ext uri="{FF2B5EF4-FFF2-40B4-BE49-F238E27FC236}">
                <a16:creationId xmlns:a16="http://schemas.microsoft.com/office/drawing/2014/main" id="{53E5CE38-4C1C-4FF0-8FB6-C5A8F8AD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2  Prove it arrived</a:t>
            </a:r>
          </a:p>
        </p:txBody>
      </p:sp>
      <p:sp>
        <p:nvSpPr>
          <p:cNvPr id="8" name="Receipt explanation">
            <a:extLst xmlns:a="http://schemas.openxmlformats.org/drawingml/2006/main">
              <a:ext uri="{FF2B5EF4-FFF2-40B4-BE49-F238E27FC236}">
                <a16:creationId xmlns:a16="http://schemas.microsoft.com/office/drawing/2014/main" id="{F6584D8F-7249-4770-89A0-F8C22991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ADB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7ADBD"/>
                </a:solidFill>
                <a:latin typeface="Liberation Sans"/>
                <a:ea typeface="Liberation Sans"/>
                <a:cs typeface="Liberation Sans"/>
              </a:rPr>
              <a:t>Record the encrypted envelope’s fingerprint on Ootle.</a:t>
            </a:r>
          </a:p>
        </p:txBody>
      </p:sp>
      <p:sp>
        <p:nvSpPr>
          <p:cNvPr id="9" name="Reward heading">
            <a:extLst xmlns:a="http://schemas.openxmlformats.org/drawingml/2006/main">
              <a:ext uri="{FF2B5EF4-FFF2-40B4-BE49-F238E27FC236}">
                <a16:creationId xmlns:a16="http://schemas.microsoft.com/office/drawing/2014/main" id="{C0431118-DC1F-4A26-8881-A177762E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3  Reward a contribution</a:t>
            </a:r>
          </a:p>
        </p:txBody>
      </p:sp>
      <p:sp>
        <p:nvSpPr>
          <p:cNvPr id="10" name="Reward explanation">
            <a:extLst xmlns:a="http://schemas.openxmlformats.org/drawingml/2006/main">
              <a:ext uri="{FF2B5EF4-FFF2-40B4-BE49-F238E27FC236}">
                <a16:creationId xmlns:a16="http://schemas.microsoft.com/office/drawing/2014/main" id="{512BCB0E-543B-49E0-AD9F-AE888100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ADB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7ADBD"/>
                </a:solidFill>
                <a:latin typeface="Liberation Sans"/>
                <a:ea typeface="Liberation Sans"/>
                <a:cs typeface="Liberation Sans"/>
              </a:rPr>
              <a:t>The curator may send a stealth testnet reward.</a:t>
            </a:r>
          </a:p>
        </p:txBody>
      </p:sp>
      <p:sp>
        <p:nvSpPr>
          <p:cNvPr id="11" name="Value heading">
            <a:extLst xmlns:a="http://schemas.openxmlformats.org/drawingml/2006/main">
              <a:ext uri="{FF2B5EF4-FFF2-40B4-BE49-F238E27FC236}">
                <a16:creationId xmlns:a16="http://schemas.microsoft.com/office/drawing/2014/main" id="{352A2B13-E584-49E0-A420-AC424A0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DD8C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ADD8C5"/>
                </a:solidFill>
                <a:latin typeface="Liberation Sans"/>
                <a:ea typeface="Liberation Sans"/>
                <a:cs typeface="Liberation Sans"/>
              </a:rPr>
              <a:t>Why it matters</a:t>
            </a:r>
          </a:p>
        </p:txBody>
      </p:sp>
      <p:sp>
        <p:nvSpPr>
          <p:cNvPr id="12" name="Value">
            <a:extLst xmlns:a="http://schemas.openxmlformats.org/drawingml/2006/main">
              <a:ext uri="{FF2B5EF4-FFF2-40B4-BE49-F238E27FC236}">
                <a16:creationId xmlns:a16="http://schemas.microsoft.com/office/drawing/2014/main" id="{8DB98DFC-C32F-4B8C-A2AD-1508632B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19475"/>
            <a:ext cx="4810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Private entries with verifiable arrival.</a:t>
            </a:r>
          </a:p>
          <a:p xmlns:a="http://schemas.openxmlformats.org/drawingml/2006/main">
            <a:pPr>
              <a:def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Useful for creative contests and</a:t>
            </a:r>
          </a:p>
          <a:p xmlns:a="http://schemas.openxmlformats.org/drawingml/2006/main">
            <a:pPr>
              <a:def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community feedback.</a:t>
            </a:r>
          </a:p>
        </p:txBody>
      </p:sp>
      <p:sp>
        <p:nvSpPr>
          <p:cNvPr id="13" name="Hackathon heading">
            <a:extLst xmlns:a="http://schemas.openxmlformats.org/drawingml/2006/main">
              <a:ext uri="{FF2B5EF4-FFF2-40B4-BE49-F238E27FC236}">
                <a16:creationId xmlns:a16="http://schemas.microsoft.com/office/drawing/2014/main" id="{668DEF6E-F799-4555-8A1F-8DC892A7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19625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DD8C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ADD8C5"/>
                </a:solidFill>
                <a:latin typeface="Liberation Sans"/>
                <a:ea typeface="Liberation Sans"/>
                <a:cs typeface="Liberation Sans"/>
              </a:rPr>
              <a:t>Why it fits Spooky Secrets</a:t>
            </a:r>
          </a:p>
        </p:txBody>
      </p:sp>
      <p:sp>
        <p:nvSpPr>
          <p:cNvPr id="14" name="Hackathon fit">
            <a:extLst xmlns:a="http://schemas.openxmlformats.org/drawingml/2006/main">
              <a:ext uri="{FF2B5EF4-FFF2-40B4-BE49-F238E27FC236}">
                <a16:creationId xmlns:a16="http://schemas.microsoft.com/office/drawing/2014/main" id="{66AB120A-471F-48D5-A1C2-013CB10B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43500"/>
            <a:ext cx="4810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Haunted letters make privacy tangible.</a:t>
            </a:r>
          </a:p>
          <a:p xmlns:a="http://schemas.openxmlformats.org/drawingml/2006/main">
            <a:pPr>
              <a:def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Original Ootle receipt logic and Tari</a:t>
            </a:r>
          </a:p>
          <a:p xmlns:a="http://schemas.openxmlformats.org/drawingml/2006/main">
            <a:pPr>
              <a:def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stealth rewards give the theme a</a:t>
            </a:r>
          </a:p>
          <a:p xmlns:a="http://schemas.openxmlformats.org/drawingml/2006/main">
            <a:pPr>
              <a:def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DE6D8"/>
                </a:solidFill>
                <a:latin typeface="Liberation Sans"/>
                <a:ea typeface="Liberation Sans"/>
                <a:cs typeface="Liberation Sans"/>
              </a:rPr>
              <a:t>practical technical purpose.</a:t>
            </a:r>
          </a:p>
        </p:txBody>
      </p:sp>
      <p:sp>
        <p:nvSpPr>
          <p:cNvPr id="15" name="Current status">
            <a:extLst xmlns:a="http://schemas.openxmlformats.org/drawingml/2006/main">
              <a:ext uri="{FF2B5EF4-FFF2-40B4-BE49-F238E27FC236}">
                <a16:creationId xmlns:a16="http://schemas.microsoft.com/office/drawing/2014/main" id="{8002C109-5FC5-45D2-8174-C7284FE4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ADB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7ADBD"/>
                </a:solidFill>
                <a:latin typeface="Liberation Sans"/>
                <a:ea typeface="Liberation Sans"/>
                <a:cs typeface="Liberation Sans"/>
              </a:rPr>
              <a:t>Working mock today. Live encryption, chain receipts and stealth rewards pending testnet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541528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2026-10-02T16:26:00.4720000Z</dcterms:created>
  <dcterms:modified xsi:type="dcterms:W3CDTF">2026-10-02T16:26:00.4720000Z</dcterms:modified>
</coreProperties>
</file>